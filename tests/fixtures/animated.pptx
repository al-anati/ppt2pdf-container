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LWAYS VISIBLE"/>
          <p:cNvSpPr txBox="1"/>
          <p:nvPr/>
        </p:nvSpPr>
        <p:spPr>
          <a:xfrm>
            <a:off x="457200" y="36576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ALWAYS VISIBLE</a:t>
            </a:r>
          </a:p>
        </p:txBody>
      </p:sp>
      <p:sp>
        <p:nvSpPr>
          <p:cNvPr id="3" name="HIDDEN SHAPE" hidden="1"/>
          <p:cNvSpPr txBox="1"/>
          <p:nvPr/>
        </p:nvSpPr>
        <p:spPr>
          <a:xfrm>
            <a:off x="457200" y="118872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HIDDEN SHAPE</a:t>
            </a:r>
          </a:p>
        </p:txBody>
      </p:sp>
      <p:sp>
        <p:nvSpPr>
          <p:cNvPr id="4" name="ENTRANCE STAYS"/>
          <p:cNvSpPr txBox="1"/>
          <p:nvPr/>
        </p:nvSpPr>
        <p:spPr>
          <a:xfrm>
            <a:off x="457200" y="201168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ENTRANCE STAYS</a:t>
            </a:r>
          </a:p>
        </p:txBody>
      </p:sp>
      <p:sp>
        <p:nvSpPr>
          <p:cNvPr id="5" name="EXIT GONE"/>
          <p:cNvSpPr txBox="1"/>
          <p:nvPr/>
        </p:nvSpPr>
        <p:spPr>
          <a:xfrm>
            <a:off x="457200" y="283464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EXIT GONE</a:t>
            </a:r>
          </a:p>
        </p:txBody>
      </p:sp>
      <p:sp>
        <p:nvSpPr>
          <p:cNvPr id="6" name="CLICK TRIGGERED"/>
          <p:cNvSpPr txBox="1"/>
          <p:nvPr/>
        </p:nvSpPr>
        <p:spPr>
          <a:xfrm>
            <a:off x="457200" y="365760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CLICK TRIGGERED</a:t>
            </a:r>
          </a:p>
        </p:txBody>
      </p:sp>
      <p:sp>
        <p:nvSpPr>
          <p:cNvPr id="7" name="PARAGRAPH EXIT"/>
          <p:cNvSpPr txBox="1"/>
          <p:nvPr/>
        </p:nvSpPr>
        <p:spPr>
          <a:xfrm>
            <a:off x="457200" y="448056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PARAGRAPH EXIT</a:t>
            </a:r>
          </a:p>
          <a:p>
            <a:r>
              <a:t>second paragraph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MPHASIS STAYS"/>
          <p:cNvSpPr txBox="1"/>
          <p:nvPr/>
        </p:nvSpPr>
        <p:spPr>
          <a:xfrm>
            <a:off x="457200" y="45720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EMPHASIS STAYS</a:t>
            </a:r>
          </a:p>
        </p:txBody>
      </p:sp>
    </p:spTree>
  </p:cSld>
  <p:transition spd="slow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